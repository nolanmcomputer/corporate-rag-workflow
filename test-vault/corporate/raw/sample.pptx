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69989FA-1656-4EAA-A44F-D57CF1BAB0D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4919F6C-E28A-4DC0-A4AE-6CC146B63D1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Project Bingo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Project Manager: Bob Doe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LibreOffice/26.2.0.3$Windows_X86_64 LibreOffice_project/620$Build-3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2026-08-24T09:56:11Z</dcterms:created>
  <dc:creator/>
  <dc:description/>
  <dc:language>en-US</dc:language>
  <cp:lastModifiedBy/>
  <dcterms:modified xsi:type="dcterms:W3CDTF">2026-08-24T09:56:38Z</dcterms:modified>
  <cp:revision>1</cp:revision>
  <dc:subject/>
  <dc:title/>
</cp:coreProperties>
</file>